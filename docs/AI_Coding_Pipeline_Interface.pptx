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tfdeamon/Documents/GitHub/AiCodingSystem/frontend/public/logo-devbot.web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Coding Pipeline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системы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dev-bot.su  |  Версия 1.0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Страница авторизации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Регистрация нового пользователя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02_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Kanban-доска (основной экран)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03_kanban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Создание новой карточки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04_create_ti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Карточка — Комментарии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05_ticket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Карточка — Вложения (drag &amp; drop)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06_ticket_attach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— Метрики и аналитика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07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Настройки — Проект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08_settings_proj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Настройки — AI-агенты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09_settings_ai_ag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Настройки — Интеграции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10_settings_integ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Настройки — Уведомления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11_settings_notif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Настройки — Профиль пользователя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12_settings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 системе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13_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пользователями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31520"/>
            <a:ext cx="86868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/Users/rtfdeamon/Documents/GitHub/AiCodingSystem/docs/screenshots/14_user_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Pipeline — Interface Overview</dc:title>
  <dc:subject>PptxGenJS Presentation</dc:subject>
  <dc:creator>Dev-bot</dc:creator>
  <cp:lastModifiedBy>Dev-bot</cp:lastModifiedBy>
  <cp:revision>1</cp:revision>
  <dcterms:created xsi:type="dcterms:W3CDTF">2026-03-27T15:48:33Z</dcterms:created>
  <dcterms:modified xsi:type="dcterms:W3CDTF">2026-03-27T15:48:33Z</dcterms:modified>
</cp:coreProperties>
</file>